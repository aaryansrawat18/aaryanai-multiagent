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029200"/>
            <a:ext cx="2286000" cy="2286000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Concepts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Fundamentals of OOPS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OOPS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 stands for Object-Oriented Programming 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programming paradigm that revolves around the concept of objects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 provides a set of principles and techniques for designing and organizing software systems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widely used in software development for its flexibility and reusability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OOPS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Encapsulation: hiding internal details and showing only necessary information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Abstraction: representing complex systems in a simplified way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creating new classes based on existing ones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ability of an object to take on multiple forms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OOPS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code reusability and maintainability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modularity and flexibility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scalability and reliability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understand and modify complex systems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 Adoption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7899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3413760" cy="3474720"/>
          </a:xfrm>
          <a:prstGeom prst="roundRect">
            <a:avLst>
              <a:gd name="adj" fmla="val 321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41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341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OOPS Languages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36720" y="1371600"/>
            <a:ext cx="3413760" cy="3474720"/>
          </a:xfrm>
          <a:prstGeom prst="roundRect">
            <a:avLst>
              <a:gd name="adj" fmla="val 321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36720" y="1737360"/>
            <a:ext cx="341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236720" y="3200400"/>
            <a:ext cx="341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Using OOPS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33360" y="1371600"/>
            <a:ext cx="3413760" cy="3474720"/>
          </a:xfrm>
          <a:prstGeom prst="roundRect">
            <a:avLst>
              <a:gd name="adj" fmla="val 3214"/>
            </a:avLst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3360" y="1737360"/>
            <a:ext cx="341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833360" y="3200400"/>
            <a:ext cx="341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Written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OOPS Concepts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and destructors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and attributes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modifiers and inheritance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 in Real-World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and embedded systems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and mobile applications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and simulations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3716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137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OOPS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07899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71016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143000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 and modular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11096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inheritance and polymorphism wisely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07208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679192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standard naming conventions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1078992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575304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447288"/>
            <a:ext cx="9966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debug thoroughly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4114800"/>
            <a:ext cx="4572000" cy="45720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4231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OOPS is a powerful programming paradigm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1089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numerous benefits and advantages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94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OOPS concepts is essential for software development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4805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OOPS principles can lead to better software design and development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400800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CortexAI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 Concepts</dc:title>
  <dc:subject>create ppt on oops</dc:subject>
  <dc:creator>CortexAI</dc:creator>
  <cp:lastModifiedBy>CortexAI</cp:lastModifiedBy>
  <cp:revision>1</cp:revision>
  <dcterms:created xsi:type="dcterms:W3CDTF">2026-07-12T08:39:20Z</dcterms:created>
  <dcterms:modified xsi:type="dcterms:W3CDTF">2026-07-12T08:39:20Z</dcterms:modified>
</cp:coreProperties>
</file>